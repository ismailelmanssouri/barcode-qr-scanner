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🔍 Barcode &amp; QR Code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9B4FA"/>
                </a:solidFill>
              </a:rPr>
              <a:t>Computer Vision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C7086"/>
                </a:solidFill>
              </a:rPr>
              <a:t>Big Data &amp; AI Engineering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EL MANSSOURI Ismail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69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EL AZIZI Mohamed Taha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IBENOUZI Ismail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EL KHIYATI Mouataze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846320"/>
            <a:ext cx="6675120" cy="5486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E3A1"/>
                </a:solidFill>
              </a:rPr>
              <a:t>🔗  github.com/ismailelmanssouri/barcode-qr-scanner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C7086"/>
                </a:solidFill>
              </a:rPr>
              <a:t>Python  ·  OpenCV  ·  pyzbar  ·  Tkinter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🎯 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Find QR codes &amp; barcodes in any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47472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📍  Localize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Draw bounding boxes and polygons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47472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🔓  Decode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Extract text, URLs, and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347472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🖥️  GUI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Interactive desktop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383280"/>
            <a:ext cx="347472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💾 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069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Save results to TXT and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086"/>
                </a:solidFill>
              </a:rPr>
              <a:t>EL MANSSOURI · EL AZIZI · IBENOUZI · EL KHIYATI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Computer Vision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1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Grayscale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Reduces 3-channel BGR to 1 channel.
Simplifies computation for B&amp;W codes.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280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1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Thresholding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9202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Converts gray pixels to black/white.
Otsu's method finds optimal threshold.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41731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Edge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Canny algorithm finds object boundaries.
Uses Sobel operators + hysteresis.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118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Contour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Traces object boundaries in binary image.
Identifies rectangular code regions.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47472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6118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Polygon 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Extracts exact corner points of each code.
More precise than a simple rectangle.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47472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6118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Pattern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pyzbar uses ZBar library internally.
Reed-Solomon error correction decoding.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086"/>
                </a:solidFill>
              </a:rPr>
              <a:t>EL MANSSOURI · EL AZIZI · IBENOUZI · EL KHIYATI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Detection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6916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9B4F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Load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086"/>
                </a:solidFill>
              </a:rPr>
              <a:t>cv2.imread()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1031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645920"/>
            <a:ext cx="16916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6E3A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194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Grayscale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06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086"/>
                </a:solidFill>
              </a:rPr>
              <a:t>cv2.cvtColor()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031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645920"/>
            <a:ext cx="16916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737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E2A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194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06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086"/>
                </a:solidFill>
              </a:rPr>
              <a:t>pyzbar.decode()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21031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1645920"/>
            <a:ext cx="16916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59" y="1737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B387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194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Localize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606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086"/>
                </a:solidFill>
              </a:rPr>
              <a:t>code.polygon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645920"/>
            <a:ext cx="16916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737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9B4FA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194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Annotate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606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086"/>
                </a:solidFill>
              </a:rPr>
              <a:t>cv2.polylines()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21031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1645920"/>
            <a:ext cx="169164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17373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6E3A1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1945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Save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606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086"/>
                </a:solidFill>
              </a:rPr>
              <a:t>cv2.imwrite()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C7086"/>
                </a:solidFill>
              </a:rPr>
              <a:t>Each stage transforms the image data toward the final decoded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086"/>
                </a:solidFill>
              </a:rPr>
              <a:t>EL MANSSOURI · EL AZIZI · IBENOUZI · EL KHIYATI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GUI desktop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scanner.py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44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Core detection 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307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multi_scanner.py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Multi-code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19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086"/>
                </a:solidFill>
              </a:rPr>
              <a:t>load_image.py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21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Image loading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28016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3533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notebook.ipynb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556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Jupyter notebook + explanation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5420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B387"/>
                </a:solidFill>
              </a:rPr>
              <a:t>generate_report.py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44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PDF report generator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65760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307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086"/>
                </a:solidFill>
              </a:rPr>
              <a:t>requirements.txt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13308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Project dependencies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46320"/>
            <a:ext cx="50292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919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README.md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21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086"/>
                </a:solidFill>
              </a:rPr>
              <a:t>Project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086"/>
                </a:solidFill>
              </a:rPr>
              <a:t>EL MANSSOURI · EL AZIZI · IBENOUZI · EL KHIYATI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Demo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6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✅  QR Code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Detected &amp; decoded with polygon overlay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1280160"/>
            <a:ext cx="539496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✅  Barcode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EAN-13, CODE-128 supported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39496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✅  Multiple Codes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Each code gets unique color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2926080"/>
            <a:ext cx="539496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✅  GUI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Load → Scan → Save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539496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✅  Export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TXT and CSV output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4572000"/>
            <a:ext cx="539496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✅  Jupyter 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pipeline with explanations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086"/>
                </a:solidFill>
              </a:rPr>
              <a:t>EL MANSSOURI · EL AZIZI · IBENOUZI · EL KHIYATI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You! 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6E3A1"/>
                </a:solidFill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560320"/>
            <a:ext cx="6675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EL MANSSOURI Ismail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EL AZIZI Mohamed Taha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IBENOUZI Ismail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👤  EL KHIYATI Mouataze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754880"/>
            <a:ext cx="6675120" cy="36576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6E3A1"/>
                </a:solidFill>
              </a:rPr>
              <a:t>🔗  github.com/ismailelmanssouri/barcode-qr-scanner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C7086"/>
                </a:solidFill>
              </a:rPr>
              <a:t>Built with Python · OpenCV · pyzbar · Tkinter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